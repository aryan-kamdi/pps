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298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902036-8E21-FF84-D39A-4AB01D85F738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E973F2-DB1D-9E23-00CF-F1A223D9DDBC}"/>
              </a:ext>
            </a:extLst>
          </p:cNvPr>
          <p:cNvSpPr txBox="1"/>
          <p:nvPr/>
        </p:nvSpPr>
        <p:spPr>
          <a:xfrm>
            <a:off x="6096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D6940-1997-A071-8130-4D30D187DC1B}"/>
              </a:ext>
            </a:extLst>
          </p:cNvPr>
          <p:cNvSpPr txBox="1"/>
          <p:nvPr/>
        </p:nvSpPr>
        <p:spPr>
          <a:xfrm>
            <a:off x="1540469" y="2004242"/>
            <a:ext cx="38944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radius</a:t>
            </a:r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3.14*radius*radius</a:t>
            </a:r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32430-A245-0ABD-E432-0F5139F59854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5DF783-34B1-88F0-4645-885D1EFD916C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1CB9B5-F0CE-537E-59B5-FE417637017B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ECEB3735-D952-76D5-C1FA-508897E62FD3}"/>
              </a:ext>
            </a:extLst>
          </p:cNvPr>
          <p:cNvSpPr/>
          <p:nvPr/>
        </p:nvSpPr>
        <p:spPr>
          <a:xfrm>
            <a:off x="2225457" y="5819222"/>
            <a:ext cx="2429997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radius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90FE1090-15E6-0567-9816-705A0354979B}"/>
              </a:ext>
            </a:extLst>
          </p:cNvPr>
          <p:cNvSpPr/>
          <p:nvPr/>
        </p:nvSpPr>
        <p:spPr>
          <a:xfrm>
            <a:off x="1920449" y="6863394"/>
            <a:ext cx="3017102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area = 3.14*radius*radius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D7F26AE8-BEA5-8FDD-CBCB-56021F28B02D}"/>
              </a:ext>
            </a:extLst>
          </p:cNvPr>
          <p:cNvSpPr/>
          <p:nvPr/>
        </p:nvSpPr>
        <p:spPr>
          <a:xfrm>
            <a:off x="2225458" y="8014246"/>
            <a:ext cx="2332882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0CC1B-C0E5-8E7F-F4D4-E4CF03FB05D5}"/>
              </a:ext>
            </a:extLst>
          </p:cNvPr>
          <p:cNvSpPr txBox="1"/>
          <p:nvPr/>
        </p:nvSpPr>
        <p:spPr>
          <a:xfrm>
            <a:off x="95426" y="817441"/>
            <a:ext cx="2890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1.1.1 	Area of Circle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99CEF9-BBBB-85D5-8092-E54431D1C88C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E33212-7484-3CCD-1E7E-4F5DC3B05D5D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97D4D6D-CEE1-F8AB-D8C0-5AEEF0D55B9F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07534D-1044-8690-AED5-1AC183E6CC52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690C27-2D99-0631-73CA-F7C31C19ED37}"/>
              </a:ext>
            </a:extLst>
          </p:cNvPr>
          <p:cNvSpPr txBox="1"/>
          <p:nvPr/>
        </p:nvSpPr>
        <p:spPr>
          <a:xfrm>
            <a:off x="5315590" y="89136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80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D680-F351-D7DE-67DD-A6ADEF458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E5D4FC-3899-0E4E-1626-C1499C32C2B4}"/>
              </a:ext>
            </a:extLst>
          </p:cNvPr>
          <p:cNvSpPr txBox="1"/>
          <p:nvPr/>
        </p:nvSpPr>
        <p:spPr>
          <a:xfrm>
            <a:off x="170688" y="327314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11430-C252-28E4-5B5E-A28D5B3620A9}"/>
              </a:ext>
            </a:extLst>
          </p:cNvPr>
          <p:cNvSpPr txBox="1"/>
          <p:nvPr/>
        </p:nvSpPr>
        <p:spPr>
          <a:xfrm>
            <a:off x="1362040" y="788979"/>
            <a:ext cx="34514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radius=float(input())</a:t>
            </a:r>
          </a:p>
          <a:p>
            <a:r>
              <a:rPr lang="en-IN" sz="2400" dirty="0"/>
              <a:t>area=3.14*radius*radius</a:t>
            </a:r>
          </a:p>
          <a:p>
            <a:r>
              <a:rPr lang="en-IN" sz="2400" dirty="0"/>
              <a:t>print(f"{area:.4f}")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CFF58-D003-9754-C0D8-F3FE7CAF74DD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9DCB8-C27A-90A7-8014-F656F430A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5929"/>
            <a:ext cx="6858000" cy="32341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0D614D-943C-288C-D59E-9B8CDE42248D}"/>
              </a:ext>
            </a:extLst>
          </p:cNvPr>
          <p:cNvSpPr txBox="1"/>
          <p:nvPr/>
        </p:nvSpPr>
        <p:spPr>
          <a:xfrm>
            <a:off x="5334000" y="142648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89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E3CC-B52E-3497-3FC2-4DA24CFA8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9D355A-CC9A-3E49-5392-450C833A7BA2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0E8C2-A089-EDA5-A195-4ECBF37E043E}"/>
              </a:ext>
            </a:extLst>
          </p:cNvPr>
          <p:cNvSpPr txBox="1"/>
          <p:nvPr/>
        </p:nvSpPr>
        <p:spPr>
          <a:xfrm>
            <a:off x="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A4D7D-A145-9CA4-03DB-B2F79DFFB7BD}"/>
              </a:ext>
            </a:extLst>
          </p:cNvPr>
          <p:cNvSpPr txBox="1"/>
          <p:nvPr/>
        </p:nvSpPr>
        <p:spPr>
          <a:xfrm>
            <a:off x="1540469" y="2004242"/>
            <a:ext cx="33316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length, breath</a:t>
            </a:r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length*breath</a:t>
            </a:r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63EFE6-8F9B-656A-47E4-1B87A9AFAD3F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3F1FBC-1C7D-B325-3169-BB436A1A68BC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9D43B1-C246-F91F-9773-46272AD06EAF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BA4AE6F7-5EB4-E8F0-CB6F-CF91C196E57A}"/>
              </a:ext>
            </a:extLst>
          </p:cNvPr>
          <p:cNvSpPr/>
          <p:nvPr/>
        </p:nvSpPr>
        <p:spPr>
          <a:xfrm>
            <a:off x="1632993" y="5819222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length, breath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7FBEA0C4-315F-ABA7-1FD3-8C694AF0C646}"/>
              </a:ext>
            </a:extLst>
          </p:cNvPr>
          <p:cNvSpPr/>
          <p:nvPr/>
        </p:nvSpPr>
        <p:spPr>
          <a:xfrm>
            <a:off x="1920449" y="6863394"/>
            <a:ext cx="3017102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area = length * breath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A3A164E6-8B42-7E3D-3990-D180D365D27A}"/>
              </a:ext>
            </a:extLst>
          </p:cNvPr>
          <p:cNvSpPr/>
          <p:nvPr/>
        </p:nvSpPr>
        <p:spPr>
          <a:xfrm>
            <a:off x="1632991" y="8014246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CCD540-0052-B39F-B96C-B6A95D124B48}"/>
              </a:ext>
            </a:extLst>
          </p:cNvPr>
          <p:cNvSpPr txBox="1"/>
          <p:nvPr/>
        </p:nvSpPr>
        <p:spPr>
          <a:xfrm>
            <a:off x="95426" y="817441"/>
            <a:ext cx="3431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1.1.2 	Area of Rectangle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C7DD632-C6DB-5FAA-6336-E57A51B775B4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018861-2DB5-C598-5638-4826571ED361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D9BF82-E6E8-3ABA-5C59-E3391251A27C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785BFD-0D22-C8C5-C8D3-36159FA8727A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5F637B9-2CEE-7A2B-281B-53AD221AC940}"/>
              </a:ext>
            </a:extLst>
          </p:cNvPr>
          <p:cNvSpPr txBox="1"/>
          <p:nvPr/>
        </p:nvSpPr>
        <p:spPr>
          <a:xfrm>
            <a:off x="5259690" y="89136"/>
            <a:ext cx="34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188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0F327-DDDB-2499-F391-53AF24A1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965D6-E1A5-811F-8440-23AECA778DE5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B13DD-120C-85DE-70B4-5E1AE58AAE00}"/>
              </a:ext>
            </a:extLst>
          </p:cNvPr>
          <p:cNvSpPr txBox="1"/>
          <p:nvPr/>
        </p:nvSpPr>
        <p:spPr>
          <a:xfrm>
            <a:off x="1362040" y="673459"/>
            <a:ext cx="39414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length = float(input())</a:t>
            </a:r>
          </a:p>
          <a:p>
            <a:r>
              <a:rPr lang="en-US" sz="2400" dirty="0"/>
              <a:t>breath = float(input())</a:t>
            </a:r>
          </a:p>
          <a:p>
            <a:r>
              <a:rPr lang="en-US" sz="2400" dirty="0"/>
              <a:t>area = length*breath</a:t>
            </a:r>
          </a:p>
          <a:p>
            <a:r>
              <a:rPr lang="en-US" sz="2400" dirty="0"/>
              <a:t>print(f"{area:.2f}")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6DC03-1436-6481-437A-9943EAF6BBDA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BB4291-001B-A8BC-1D1B-A1DB7D6B5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57002"/>
            <a:ext cx="6858000" cy="31919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D0A94E-79A5-9505-217F-E57E82BBF215}"/>
              </a:ext>
            </a:extLst>
          </p:cNvPr>
          <p:cNvSpPr txBox="1"/>
          <p:nvPr/>
        </p:nvSpPr>
        <p:spPr>
          <a:xfrm>
            <a:off x="5303520" y="2733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531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9A62-C77B-B96D-CFFF-59052A2F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46D56-E32B-C8C5-2BE8-F8DADF4477B2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9B6A4-2CC3-9427-D5E8-8F5A3E1E8711}"/>
              </a:ext>
            </a:extLst>
          </p:cNvPr>
          <p:cNvSpPr txBox="1"/>
          <p:nvPr/>
        </p:nvSpPr>
        <p:spPr>
          <a:xfrm>
            <a:off x="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27E68-A2F3-FFD5-A2ED-73C32286887F}"/>
              </a:ext>
            </a:extLst>
          </p:cNvPr>
          <p:cNvSpPr txBox="1"/>
          <p:nvPr/>
        </p:nvSpPr>
        <p:spPr>
          <a:xfrm>
            <a:off x="1540469" y="2004242"/>
            <a:ext cx="45765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</a:t>
            </a:r>
            <a:r>
              <a:rPr lang="en-IN" sz="2000" dirty="0" err="1"/>
              <a:t>side_length</a:t>
            </a:r>
            <a:endParaRPr lang="en-IN" sz="2000" dirty="0"/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</a:t>
            </a:r>
            <a:r>
              <a:rPr lang="en-IN" sz="2000" dirty="0" err="1"/>
              <a:t>side_length</a:t>
            </a:r>
            <a:r>
              <a:rPr lang="en-IN" sz="2000" dirty="0"/>
              <a:t> * </a:t>
            </a:r>
            <a:r>
              <a:rPr lang="en-IN" sz="2000" dirty="0" err="1"/>
              <a:t>side_length</a:t>
            </a:r>
            <a:endParaRPr lang="en-IN" sz="2000" dirty="0"/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77A57-20C7-9184-8515-0A0E0E5992B5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289938-57B8-AD5A-2AB7-D861EE162FA3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E9295C-0241-15FD-574B-8C66DC1D6B09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8FBDB12A-BCE8-62FA-4AAE-536202F76F0E}"/>
              </a:ext>
            </a:extLst>
          </p:cNvPr>
          <p:cNvSpPr/>
          <p:nvPr/>
        </p:nvSpPr>
        <p:spPr>
          <a:xfrm>
            <a:off x="1632993" y="5819222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</a:t>
            </a:r>
            <a:r>
              <a:rPr lang="en-IN" dirty="0" err="1">
                <a:solidFill>
                  <a:schemeClr val="tx1"/>
                </a:solidFill>
              </a:rPr>
              <a:t>side_length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45E68FE-F21D-00B5-F8BD-08A8EEC9DE89}"/>
              </a:ext>
            </a:extLst>
          </p:cNvPr>
          <p:cNvSpPr/>
          <p:nvPr/>
        </p:nvSpPr>
        <p:spPr>
          <a:xfrm>
            <a:off x="1664312" y="6863394"/>
            <a:ext cx="3529375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area = </a:t>
            </a:r>
            <a:r>
              <a:rPr lang="en-IN" dirty="0" err="1">
                <a:solidFill>
                  <a:schemeClr val="tx1"/>
                </a:solidFill>
              </a:rPr>
              <a:t>side_length</a:t>
            </a:r>
            <a:r>
              <a:rPr lang="en-IN" dirty="0">
                <a:solidFill>
                  <a:schemeClr val="tx1"/>
                </a:solidFill>
              </a:rPr>
              <a:t> * </a:t>
            </a:r>
            <a:r>
              <a:rPr lang="en-IN" dirty="0" err="1">
                <a:solidFill>
                  <a:schemeClr val="tx1"/>
                </a:solidFill>
              </a:rPr>
              <a:t>side_length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FB714392-75D6-0FE6-EF41-A93CFA80F711}"/>
              </a:ext>
            </a:extLst>
          </p:cNvPr>
          <p:cNvSpPr/>
          <p:nvPr/>
        </p:nvSpPr>
        <p:spPr>
          <a:xfrm>
            <a:off x="1632991" y="8014246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0016A4-C39B-50CF-2525-B711BE8231BF}"/>
              </a:ext>
            </a:extLst>
          </p:cNvPr>
          <p:cNvSpPr txBox="1"/>
          <p:nvPr/>
        </p:nvSpPr>
        <p:spPr>
          <a:xfrm>
            <a:off x="95426" y="817441"/>
            <a:ext cx="4865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1.1.3 	Calculate Area of the Square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9E4999-B860-8F1C-F230-5D52B113EF1A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CB413E-8AF5-CC35-7B2E-F3878D16CE5A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8D7180-0315-1C7C-C532-DC6BAC36779B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2FF8BF-492E-ADB3-2279-ED8BE56E5BDE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37BFBCB-4FEE-4174-33F1-A8FE085D73AF}"/>
              </a:ext>
            </a:extLst>
          </p:cNvPr>
          <p:cNvSpPr txBox="1"/>
          <p:nvPr/>
        </p:nvSpPr>
        <p:spPr>
          <a:xfrm>
            <a:off x="5259690" y="89136"/>
            <a:ext cx="34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72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F9CE-3101-4437-4249-09611DA2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8E5B6-4071-0089-DFD1-04E0942D9E1E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83863-7B21-0658-DF90-DE658332C235}"/>
              </a:ext>
            </a:extLst>
          </p:cNvPr>
          <p:cNvSpPr txBox="1"/>
          <p:nvPr/>
        </p:nvSpPr>
        <p:spPr>
          <a:xfrm>
            <a:off x="1362040" y="673459"/>
            <a:ext cx="4221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side_length</a:t>
            </a:r>
            <a:r>
              <a:rPr lang="en-US" sz="2400" dirty="0"/>
              <a:t>=int(input())</a:t>
            </a:r>
          </a:p>
          <a:p>
            <a:r>
              <a:rPr lang="en-US" sz="2400" dirty="0"/>
              <a:t>area=</a:t>
            </a:r>
            <a:r>
              <a:rPr lang="en-US" sz="2400" dirty="0" err="1"/>
              <a:t>side_length</a:t>
            </a:r>
            <a:r>
              <a:rPr lang="en-US" sz="2400" dirty="0"/>
              <a:t>*</a:t>
            </a:r>
            <a:r>
              <a:rPr lang="en-US" sz="2400" dirty="0" err="1"/>
              <a:t>side_length</a:t>
            </a:r>
            <a:endParaRPr lang="en-US" sz="2400" dirty="0"/>
          </a:p>
          <a:p>
            <a:r>
              <a:rPr lang="en-US" sz="2400" dirty="0"/>
              <a:t>print(area)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FDDBF-A622-DC28-481A-DF9156311956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509109-D663-CF08-801E-01CF4B556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3973"/>
            <a:ext cx="6858000" cy="32580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EBD7F5-8BD6-1EA6-16F8-C14A69D5A158}"/>
              </a:ext>
            </a:extLst>
          </p:cNvPr>
          <p:cNvSpPr txBox="1"/>
          <p:nvPr/>
        </p:nvSpPr>
        <p:spPr>
          <a:xfrm>
            <a:off x="5276850" y="2733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74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12A88-81F7-863E-C606-1DC128C4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8B2200-26C2-CC69-02C6-6599674C04EE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8C8234-7391-BC7F-837F-664091DB61A4}"/>
              </a:ext>
            </a:extLst>
          </p:cNvPr>
          <p:cNvSpPr txBox="1"/>
          <p:nvPr/>
        </p:nvSpPr>
        <p:spPr>
          <a:xfrm>
            <a:off x="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B1AD07-9226-582A-C9C6-AA788DD20F7A}"/>
              </a:ext>
            </a:extLst>
          </p:cNvPr>
          <p:cNvSpPr txBox="1"/>
          <p:nvPr/>
        </p:nvSpPr>
        <p:spPr>
          <a:xfrm>
            <a:off x="1540469" y="2004242"/>
            <a:ext cx="371415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base, height</a:t>
            </a:r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0.5*base * height</a:t>
            </a:r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AA8C2-C193-7D1A-0411-498D32A20406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BA2E656-7033-4009-3CE1-CBB93A8252F8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1F4A32-915A-596A-EB75-8714B17021EB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6459AEA5-6187-944C-E3F5-B595E62B4285}"/>
              </a:ext>
            </a:extLst>
          </p:cNvPr>
          <p:cNvSpPr/>
          <p:nvPr/>
        </p:nvSpPr>
        <p:spPr>
          <a:xfrm>
            <a:off x="1632993" y="5819222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base, height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92B090F2-E675-1754-17C0-F8A90B155232}"/>
              </a:ext>
            </a:extLst>
          </p:cNvPr>
          <p:cNvSpPr/>
          <p:nvPr/>
        </p:nvSpPr>
        <p:spPr>
          <a:xfrm>
            <a:off x="1664312" y="6863394"/>
            <a:ext cx="3529375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area = 0.5 * base * height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A230A13A-24FB-F808-3F24-20D305D04D39}"/>
              </a:ext>
            </a:extLst>
          </p:cNvPr>
          <p:cNvSpPr/>
          <p:nvPr/>
        </p:nvSpPr>
        <p:spPr>
          <a:xfrm>
            <a:off x="1632991" y="8014246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1987F-E219-81E1-5120-0BC3179EAA79}"/>
              </a:ext>
            </a:extLst>
          </p:cNvPr>
          <p:cNvSpPr txBox="1"/>
          <p:nvPr/>
        </p:nvSpPr>
        <p:spPr>
          <a:xfrm>
            <a:off x="95426" y="817441"/>
            <a:ext cx="3135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1.1.4 	Area of Triangle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1D841E-DCCF-E301-188A-BD9E258D1FDC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9EEA8BC-BE68-1F6E-E987-99DE9B448741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CB9F12D-9E54-8446-27F2-0A3FC6E6EE95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9D44D0E-D5E2-D602-ECC2-24589701B7E7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2BCBCF-45AE-B7F1-4172-21520C86B4C7}"/>
              </a:ext>
            </a:extLst>
          </p:cNvPr>
          <p:cNvSpPr txBox="1"/>
          <p:nvPr/>
        </p:nvSpPr>
        <p:spPr>
          <a:xfrm>
            <a:off x="5254627" y="89136"/>
            <a:ext cx="34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4757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4A24-9D7A-ED6F-26CC-5C53E3AD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1118C5-CA53-0BFB-563C-0525990A3D4C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18CCD-D0C2-0B1C-1570-BF1168E70EFA}"/>
              </a:ext>
            </a:extLst>
          </p:cNvPr>
          <p:cNvSpPr txBox="1"/>
          <p:nvPr/>
        </p:nvSpPr>
        <p:spPr>
          <a:xfrm>
            <a:off x="1362040" y="673459"/>
            <a:ext cx="46851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base=float(input())</a:t>
            </a:r>
          </a:p>
          <a:p>
            <a:r>
              <a:rPr lang="en-US" sz="2400" dirty="0"/>
              <a:t>height=float(input())</a:t>
            </a:r>
          </a:p>
          <a:p>
            <a:r>
              <a:rPr lang="en-US" sz="2400" dirty="0"/>
              <a:t>area=0.5*base*height</a:t>
            </a:r>
          </a:p>
          <a:p>
            <a:r>
              <a:rPr lang="en-US" sz="2400" dirty="0"/>
              <a:t>print(f"{area:.2f}")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905BE-E721-F6B5-56FD-2045FF0FE67B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0CA939-C161-2FEA-C107-FCFCD5055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17863"/>
            <a:ext cx="6858000" cy="32702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643C38-E6FC-BB6E-A47B-A2BB167A7EAD}"/>
              </a:ext>
            </a:extLst>
          </p:cNvPr>
          <p:cNvSpPr txBox="1"/>
          <p:nvPr/>
        </p:nvSpPr>
        <p:spPr>
          <a:xfrm>
            <a:off x="5295900" y="2733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540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3FD8-2ED8-53A4-E273-295B3390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325B5-EEE4-9A92-10F7-AAC73613A155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26B139-FAA8-703A-1DDC-1E33FCADB9F8}"/>
              </a:ext>
            </a:extLst>
          </p:cNvPr>
          <p:cNvSpPr txBox="1"/>
          <p:nvPr/>
        </p:nvSpPr>
        <p:spPr>
          <a:xfrm>
            <a:off x="147029" y="1152951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84BBA-3A80-6C48-2C66-E1326B078120}"/>
              </a:ext>
            </a:extLst>
          </p:cNvPr>
          <p:cNvSpPr txBox="1"/>
          <p:nvPr/>
        </p:nvSpPr>
        <p:spPr>
          <a:xfrm>
            <a:off x="1601062" y="1614616"/>
            <a:ext cx="296876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 1 : Start</a:t>
            </a:r>
            <a:br>
              <a:rPr lang="en-US" sz="2000" dirty="0"/>
            </a:br>
            <a:r>
              <a:rPr lang="en-US" sz="2000" dirty="0"/>
              <a:t>STEP 2 : Input marks</a:t>
            </a:r>
            <a:br>
              <a:rPr lang="en-US" sz="2000" dirty="0"/>
            </a:br>
            <a:r>
              <a:rPr lang="en-US" sz="2000" dirty="0"/>
              <a:t>STEP 3 : Check condition</a:t>
            </a:r>
            <a:br>
              <a:rPr lang="en-US" sz="2000" dirty="0"/>
            </a:br>
            <a:r>
              <a:rPr lang="en-US" sz="2000" dirty="0"/>
              <a:t>        		If marks ≥ 40</a:t>
            </a:r>
            <a:br>
              <a:rPr lang="en-US" sz="2000" dirty="0"/>
            </a:br>
            <a:r>
              <a:rPr lang="en-US" sz="2000" dirty="0"/>
              <a:t>          		Print </a:t>
            </a:r>
            <a:r>
              <a:rPr lang="en-US" dirty="0"/>
              <a:t>"Pass"</a:t>
            </a:r>
            <a:br>
              <a:rPr lang="en-US" sz="2000" dirty="0"/>
            </a:br>
            <a:r>
              <a:rPr lang="en-US" sz="2000" dirty="0"/>
              <a:t>        		Else</a:t>
            </a:r>
            <a:br>
              <a:rPr lang="en-US" sz="2000" dirty="0"/>
            </a:br>
            <a:r>
              <a:rPr lang="en-US" sz="2000" dirty="0"/>
              <a:t>          		Print </a:t>
            </a:r>
            <a:r>
              <a:rPr lang="en-US" dirty="0"/>
              <a:t>"Fail"</a:t>
            </a:r>
            <a:br>
              <a:rPr lang="en-US" sz="2000" dirty="0"/>
            </a:br>
            <a:r>
              <a:rPr lang="en-US" sz="2000" dirty="0"/>
              <a:t>STEP 4 : Stop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31FCAD-5DA3-3B78-B5FE-2E9B71134C58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AE7071-C1A7-8D82-0C27-CF584EAA5189}"/>
              </a:ext>
            </a:extLst>
          </p:cNvPr>
          <p:cNvSpPr/>
          <p:nvPr/>
        </p:nvSpPr>
        <p:spPr>
          <a:xfrm>
            <a:off x="2731005" y="451866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4AD5F4-087C-82B8-DA97-EFB3D1B557AB}"/>
              </a:ext>
            </a:extLst>
          </p:cNvPr>
          <p:cNvSpPr/>
          <p:nvPr/>
        </p:nvSpPr>
        <p:spPr>
          <a:xfrm>
            <a:off x="2731005" y="9014424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CDBD3A-D634-34AD-14E4-51880B502733}"/>
              </a:ext>
            </a:extLst>
          </p:cNvPr>
          <p:cNvSpPr txBox="1"/>
          <p:nvPr/>
        </p:nvSpPr>
        <p:spPr>
          <a:xfrm>
            <a:off x="133473" y="610903"/>
            <a:ext cx="4611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1.1.5 	Student Pass or Fail status</a:t>
            </a:r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01F1921E-D861-B6B2-2963-157B2A04CB3F}"/>
              </a:ext>
            </a:extLst>
          </p:cNvPr>
          <p:cNvSpPr/>
          <p:nvPr/>
        </p:nvSpPr>
        <p:spPr>
          <a:xfrm>
            <a:off x="1797292" y="6498934"/>
            <a:ext cx="3169910" cy="96972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If marks &gt;= 40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CB9F13F5-AA2F-B046-5186-F81494640446}"/>
              </a:ext>
            </a:extLst>
          </p:cNvPr>
          <p:cNvSpPr/>
          <p:nvPr/>
        </p:nvSpPr>
        <p:spPr>
          <a:xfrm>
            <a:off x="1627110" y="5562137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marks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50AB6B93-15BB-C477-1078-5528180E9800}"/>
              </a:ext>
            </a:extLst>
          </p:cNvPr>
          <p:cNvSpPr/>
          <p:nvPr/>
        </p:nvSpPr>
        <p:spPr>
          <a:xfrm>
            <a:off x="133473" y="7877565"/>
            <a:ext cx="2267712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“Pass”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D3E5E569-0380-B2F6-FD24-C1D36604DAD8}"/>
              </a:ext>
            </a:extLst>
          </p:cNvPr>
          <p:cNvSpPr/>
          <p:nvPr/>
        </p:nvSpPr>
        <p:spPr>
          <a:xfrm>
            <a:off x="4112911" y="7901758"/>
            <a:ext cx="2267712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“Fail”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4922DC-68DA-F377-A85A-8A3439E01FB1}"/>
              </a:ext>
            </a:extLst>
          </p:cNvPr>
          <p:cNvCxnSpPr>
            <a:stCxn id="2" idx="3"/>
          </p:cNvCxnSpPr>
          <p:nvPr/>
        </p:nvCxnSpPr>
        <p:spPr>
          <a:xfrm>
            <a:off x="4967202" y="6983798"/>
            <a:ext cx="5070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D07839-60D8-8D95-6AE5-735E252B4E7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473538" y="6983798"/>
            <a:ext cx="0" cy="917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08D30C-3033-80DD-BCFA-2B917882A484}"/>
              </a:ext>
            </a:extLst>
          </p:cNvPr>
          <p:cNvCxnSpPr/>
          <p:nvPr/>
        </p:nvCxnSpPr>
        <p:spPr>
          <a:xfrm>
            <a:off x="1348198" y="6983798"/>
            <a:ext cx="5070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88FD57-84A4-3F3C-468C-21568F791934}"/>
              </a:ext>
            </a:extLst>
          </p:cNvPr>
          <p:cNvCxnSpPr>
            <a:cxnSpLocks/>
          </p:cNvCxnSpPr>
          <p:nvPr/>
        </p:nvCxnSpPr>
        <p:spPr>
          <a:xfrm>
            <a:off x="1348198" y="6983798"/>
            <a:ext cx="0" cy="917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628631-FF1E-E580-D8E2-2CEB990B9358}"/>
              </a:ext>
            </a:extLst>
          </p:cNvPr>
          <p:cNvCxnSpPr>
            <a:cxnSpLocks/>
          </p:cNvCxnSpPr>
          <p:nvPr/>
        </p:nvCxnSpPr>
        <p:spPr>
          <a:xfrm>
            <a:off x="1348198" y="8490213"/>
            <a:ext cx="0" cy="893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19BAC5-536F-5AAD-F086-9BC85E420D7B}"/>
              </a:ext>
            </a:extLst>
          </p:cNvPr>
          <p:cNvCxnSpPr>
            <a:cxnSpLocks/>
          </p:cNvCxnSpPr>
          <p:nvPr/>
        </p:nvCxnSpPr>
        <p:spPr>
          <a:xfrm>
            <a:off x="5425752" y="8514406"/>
            <a:ext cx="0" cy="893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984274-416E-331E-C463-9BA5D614EC4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348198" y="9374088"/>
            <a:ext cx="1382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113EA1-A024-5F1D-3413-8B656B6438BE}"/>
              </a:ext>
            </a:extLst>
          </p:cNvPr>
          <p:cNvCxnSpPr>
            <a:cxnSpLocks/>
            <a:endCxn id="14" idx="6"/>
          </p:cNvCxnSpPr>
          <p:nvPr/>
        </p:nvCxnSpPr>
        <p:spPr>
          <a:xfrm flipH="1">
            <a:off x="4112911" y="9374088"/>
            <a:ext cx="1312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77F0253-B58E-265F-02DA-3EC958252917}"/>
              </a:ext>
            </a:extLst>
          </p:cNvPr>
          <p:cNvSpPr txBox="1"/>
          <p:nvPr/>
        </p:nvSpPr>
        <p:spPr>
          <a:xfrm>
            <a:off x="757268" y="671880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DD6C6-B122-2E32-AC21-95358D9B98F1}"/>
              </a:ext>
            </a:extLst>
          </p:cNvPr>
          <p:cNvSpPr txBox="1"/>
          <p:nvPr/>
        </p:nvSpPr>
        <p:spPr>
          <a:xfrm>
            <a:off x="5563306" y="674018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CB0120-F280-7D86-E371-AAF398A8E83D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3421958" y="5237988"/>
            <a:ext cx="7042" cy="324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D1F6A1-BB4F-9D66-F4F0-D2A6CDF27576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3382247" y="6182173"/>
            <a:ext cx="0" cy="316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B88B1E-3054-4915-2142-1620E7B7C140}"/>
              </a:ext>
            </a:extLst>
          </p:cNvPr>
          <p:cNvSpPr txBox="1"/>
          <p:nvPr/>
        </p:nvSpPr>
        <p:spPr>
          <a:xfrm>
            <a:off x="5253809" y="89136"/>
            <a:ext cx="3448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151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5634-559E-D9D6-5618-9EB07088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66CC7-469A-8BE2-B0CB-A2920FC9EF20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43A51-7B1D-C646-559D-820019208629}"/>
              </a:ext>
            </a:extLst>
          </p:cNvPr>
          <p:cNvSpPr txBox="1"/>
          <p:nvPr/>
        </p:nvSpPr>
        <p:spPr>
          <a:xfrm>
            <a:off x="1605880" y="442833"/>
            <a:ext cx="4685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marks=int(input())</a:t>
            </a:r>
          </a:p>
          <a:p>
            <a:r>
              <a:rPr lang="en-US" sz="2400" dirty="0"/>
              <a:t>if marks&gt;= 40:</a:t>
            </a:r>
          </a:p>
          <a:p>
            <a:r>
              <a:rPr lang="en-US" sz="2400" dirty="0"/>
              <a:t>print("Pass")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print("Fail")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98943-7E72-89CA-E3E5-277135E7D18A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727652-B594-F3D0-621D-8CE8AE191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1379"/>
            <a:ext cx="6858000" cy="3243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133113-37D6-5E1D-895B-EB3A2E953058}"/>
              </a:ext>
            </a:extLst>
          </p:cNvPr>
          <p:cNvSpPr txBox="1"/>
          <p:nvPr/>
        </p:nvSpPr>
        <p:spPr>
          <a:xfrm>
            <a:off x="5295900" y="2733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25070521130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4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447</Words>
  <Application>Microsoft Office PowerPoint</Application>
  <PresentationFormat>A4 Paper (210x297 mm)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 Mahajan</dc:creator>
  <cp:lastModifiedBy>Administrator</cp:lastModifiedBy>
  <cp:revision>4</cp:revision>
  <dcterms:created xsi:type="dcterms:W3CDTF">2026-01-17T09:00:12Z</dcterms:created>
  <dcterms:modified xsi:type="dcterms:W3CDTF">2026-01-19T17:16:16Z</dcterms:modified>
</cp:coreProperties>
</file>